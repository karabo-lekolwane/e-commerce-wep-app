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60" r:id="rId5"/>
    <p:sldId id="261" r:id="rId6"/>
    <p:sldId id="262" r:id="rId7"/>
    <p:sldId id="263" r:id="rId8"/>
    <p:sldId id="268" r:id="rId9"/>
    <p:sldId id="264" r:id="rId10"/>
    <p:sldId id="265" r:id="rId11"/>
    <p:sldId id="266" r:id="rId12"/>
    <p:sldId id="267" r:id="rId13"/>
    <p:sldId id="25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50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6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492" y="-1"/>
            <a:ext cx="9212491" cy="688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727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66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73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2B63-83DC-403C-A2ED-22294251995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0A0C2-E824-4035-BA7F-BCB2F9B2C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37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2B63-83DC-403C-A2ED-22294251995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0A0C2-E824-4035-BA7F-BCB2F9B2C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17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2B63-83DC-403C-A2ED-22294251995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0A0C2-E824-4035-BA7F-BCB2F9B2C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635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572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68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686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47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2B63-83DC-403C-A2ED-22294251995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0A0C2-E824-4035-BA7F-BCB2F9B2C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12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2B63-83DC-403C-A2ED-22294251995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0A0C2-E824-4035-BA7F-BCB2F9B2C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157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2B63-83DC-403C-A2ED-22294251995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0A0C2-E824-4035-BA7F-BCB2F9B2C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502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2B63-83DC-403C-A2ED-22294251995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0A0C2-E824-4035-BA7F-BCB2F9B2C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0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B2B63-83DC-403C-A2ED-22294251995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0A0C2-E824-4035-BA7F-BCB2F9B2C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207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krstechstore.infinityfreeapp.co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9396" y="3982644"/>
            <a:ext cx="795528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2509A"/>
                </a:solidFill>
                <a:latin typeface="Arial Black" panose="020B0A04020102020204" pitchFamily="34" charset="0"/>
                <a:cs typeface="Calibri" panose="020F0502020204030204" pitchFamily="34" charset="0"/>
              </a:rPr>
              <a:t>Ecommerce Web-app project</a:t>
            </a:r>
            <a:br>
              <a:rPr lang="en-US" sz="2400" b="1" dirty="0">
                <a:solidFill>
                  <a:srgbClr val="32509A"/>
                </a:solidFill>
                <a:latin typeface="Arial Black" panose="020B0A0402010202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solidFill>
                  <a:srgbClr val="32509A"/>
                </a:solidFill>
                <a:latin typeface="Arial Black" panose="020B0A04020102020204" pitchFamily="34" charset="0"/>
                <a:cs typeface="Calibri" panose="020F0502020204030204" pitchFamily="34" charset="0"/>
              </a:rPr>
              <a:t>KR’s Tech store</a:t>
            </a:r>
          </a:p>
          <a:p>
            <a:r>
              <a:rPr lang="en-US" sz="2000" b="1" i="1" dirty="0">
                <a:solidFill>
                  <a:srgbClr val="3250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Karabo </a:t>
            </a:r>
            <a:r>
              <a:rPr lang="en-US" sz="2000" b="1" i="1" dirty="0" err="1">
                <a:solidFill>
                  <a:srgbClr val="3250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Lekolwane</a:t>
            </a:r>
            <a:r>
              <a:rPr lang="en-US" sz="2000" b="1" i="1" dirty="0">
                <a:solidFill>
                  <a:srgbClr val="3250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b="1" dirty="0">
                <a:solidFill>
                  <a:srgbClr val="3250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SST</a:t>
            </a:r>
          </a:p>
          <a:p>
            <a:r>
              <a:rPr lang="en-US" dirty="0">
                <a:solidFill>
                  <a:srgbClr val="3250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and Information System(CSIT)</a:t>
            </a:r>
          </a:p>
        </p:txBody>
      </p:sp>
    </p:spTree>
    <p:extLst>
      <p:ext uri="{BB962C8B-B14F-4D97-AF65-F5344CB8AC3E}">
        <p14:creationId xmlns:p14="http://schemas.microsoft.com/office/powerpoint/2010/main" val="4279670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ZA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en-US" dirty="0"/>
              <a:t>This project is a PHP-based e-commerce web application named KR's Tech. It allows users to browse, add products to cart, and complete purchases online.</a:t>
            </a:r>
          </a:p>
          <a:p>
            <a:r>
              <a:rPr lang="en-US" dirty="0"/>
              <a:t>It does allow user to register, including adding shipping addresses</a:t>
            </a:r>
          </a:p>
          <a:p>
            <a:r>
              <a:rPr lang="en-US" dirty="0"/>
              <a:t>Works on all kinds of devices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It has the admin dashboard where the admin can manage everything </a:t>
            </a:r>
          </a:p>
        </p:txBody>
      </p:sp>
    </p:spTree>
    <p:extLst>
      <p:ext uri="{BB962C8B-B14F-4D97-AF65-F5344CB8AC3E}">
        <p14:creationId xmlns:p14="http://schemas.microsoft.com/office/powerpoint/2010/main" val="30137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9985C-496C-77D5-4B80-92D4AE08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780A0-353D-A44A-7E0E-40E4EACA69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ZA" dirty="0"/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0A61A-A83D-23DC-3A24-C8D726B33A7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en-US" dirty="0"/>
              <a:t>The application is designed with simplicity and usability in mind, combining PHP, MySQL, HTML, CSS, and JavaScript to deliver a dynamic and responsive experience.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500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5B64E-5C55-F0E6-9675-FCBF9727E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06969-053A-7436-5DF9-E571069002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ZA" dirty="0"/>
              <a:t>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D47AC-FF39-0FB1-AF71-AB080C593B1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en-US" dirty="0"/>
              <a:t>- </a:t>
            </a:r>
            <a:r>
              <a:rPr lang="en-US" dirty="0" err="1"/>
              <a:t>index.php</a:t>
            </a:r>
            <a:r>
              <a:rPr lang="en-US" dirty="0"/>
              <a:t>: Entry point</a:t>
            </a:r>
          </a:p>
          <a:p>
            <a:r>
              <a:rPr lang="en-US" dirty="0"/>
              <a:t>- </a:t>
            </a:r>
            <a:r>
              <a:rPr lang="en-US" dirty="0" err="1"/>
              <a:t>products.php</a:t>
            </a:r>
            <a:r>
              <a:rPr lang="en-US" dirty="0"/>
              <a:t>: Product listing</a:t>
            </a:r>
          </a:p>
          <a:p>
            <a:r>
              <a:rPr lang="en-US" dirty="0"/>
              <a:t>- </a:t>
            </a:r>
            <a:r>
              <a:rPr lang="en-US" dirty="0" err="1"/>
              <a:t>cart.php</a:t>
            </a:r>
            <a:r>
              <a:rPr lang="en-US" dirty="0"/>
              <a:t>: Shopping cart display</a:t>
            </a:r>
          </a:p>
          <a:p>
            <a:r>
              <a:rPr lang="en-US" dirty="0"/>
              <a:t>- </a:t>
            </a:r>
            <a:r>
              <a:rPr lang="en-US" dirty="0" err="1"/>
              <a:t>add_to_cart.php</a:t>
            </a:r>
            <a:r>
              <a:rPr lang="en-US" dirty="0"/>
              <a:t> / </a:t>
            </a:r>
            <a:r>
              <a:rPr lang="en-US" dirty="0" err="1"/>
              <a:t>update_cart.php</a:t>
            </a:r>
            <a:r>
              <a:rPr lang="en-US" dirty="0"/>
              <a:t>: Handles cart  actions</a:t>
            </a:r>
          </a:p>
          <a:p>
            <a:r>
              <a:rPr lang="en-US" dirty="0"/>
              <a:t>- </a:t>
            </a:r>
            <a:r>
              <a:rPr lang="en-US" dirty="0" err="1"/>
              <a:t>checkout.php</a:t>
            </a:r>
            <a:r>
              <a:rPr lang="en-US" dirty="0"/>
              <a:t> (optional): Payment page</a:t>
            </a:r>
          </a:p>
          <a:p>
            <a:r>
              <a:rPr lang="en-US" dirty="0"/>
              <a:t>- MySQL database: Stores products, users, and orders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786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BDDE7-6334-9D78-7093-F17B77FCA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D111-814C-BF3E-9E57-FE57380E9A0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ZA" dirty="0"/>
              <a:t> Challenges Faced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971D-D1C6-1BA4-3F40-08D813DC7A2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en-ZA" dirty="0"/>
              <a:t>Hosting the system,</a:t>
            </a:r>
          </a:p>
          <a:p>
            <a:r>
              <a:rPr lang="en-ZA" dirty="0"/>
              <a:t>Email sending and </a:t>
            </a:r>
            <a:r>
              <a:rPr lang="en-ZA" dirty="0" err="1"/>
              <a:t>PHPMailer</a:t>
            </a:r>
            <a:r>
              <a:rPr lang="en-ZA" dirty="0"/>
              <a:t> and composer</a:t>
            </a:r>
          </a:p>
          <a:p>
            <a:r>
              <a:rPr lang="en-ZA" dirty="0"/>
              <a:t>Cart count adding</a:t>
            </a:r>
          </a:p>
          <a:p>
            <a:r>
              <a:rPr lang="en-ZA" dirty="0"/>
              <a:t>Database</a:t>
            </a:r>
          </a:p>
          <a:p>
            <a:r>
              <a:rPr lang="en-ZA" dirty="0"/>
              <a:t>Login Validation</a:t>
            </a:r>
          </a:p>
          <a:p>
            <a:r>
              <a:rPr lang="en-US" dirty="0"/>
              <a:t>Loading the picture into the database</a:t>
            </a:r>
          </a:p>
        </p:txBody>
      </p:sp>
    </p:spTree>
    <p:extLst>
      <p:ext uri="{BB962C8B-B14F-4D97-AF65-F5344CB8AC3E}">
        <p14:creationId xmlns:p14="http://schemas.microsoft.com/office/powerpoint/2010/main" val="3265162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26776-55F4-CEC2-7AE2-A33B997CB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20E9D-6DDF-54DF-2DD2-21EF971C321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ZA" dirty="0"/>
              <a:t>Functionalities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6A349-C985-48E8-F3B7-0E88907CB99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en-US" dirty="0"/>
              <a:t>Add to cart dynamically</a:t>
            </a:r>
          </a:p>
          <a:p>
            <a:r>
              <a:rPr lang="en-US" dirty="0"/>
              <a:t>- Update and remove items with page reload</a:t>
            </a:r>
          </a:p>
          <a:p>
            <a:r>
              <a:rPr lang="en-US" dirty="0"/>
              <a:t>- Persistent sessions for cart</a:t>
            </a:r>
          </a:p>
          <a:p>
            <a:r>
              <a:rPr lang="en-US" dirty="0"/>
              <a:t>- Dynamic cart count update</a:t>
            </a:r>
          </a:p>
          <a:p>
            <a:r>
              <a:rPr lang="en-US" dirty="0"/>
              <a:t>- Responsive layout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207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57306-DCC6-0382-9575-39AB1DFD5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04A2-F5BF-89FB-A102-5491E1B4EF1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ZA" dirty="0"/>
              <a:t>Front-end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CE65D-9C5E-7903-AC6C-931FF825A3D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en-US" dirty="0"/>
              <a:t>- HTML &amp; CSS for layout and styling</a:t>
            </a:r>
          </a:p>
          <a:p>
            <a:r>
              <a:rPr lang="en-US" dirty="0"/>
              <a:t>- JavaScript (vanilla) for cart updates and AJAX interactions</a:t>
            </a:r>
          </a:p>
          <a:p>
            <a:r>
              <a:rPr lang="en-US" dirty="0"/>
              <a:t>- Responsive and accessible design (button clicking)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979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37BDD-C688-EE14-8A64-C9920F37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C35A-4061-4A3E-4DD8-93DA038BB3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ZA" dirty="0"/>
              <a:t>Back-end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8C10F-5937-1190-11B9-341C0735CAE9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en-US" dirty="0"/>
              <a:t>- PHP handles session management, cart logic, and database queries</a:t>
            </a:r>
          </a:p>
          <a:p>
            <a:r>
              <a:rPr lang="en-US" dirty="0"/>
              <a:t>- MySQL stores product data</a:t>
            </a:r>
          </a:p>
          <a:p>
            <a:r>
              <a:rPr lang="en-US" dirty="0"/>
              <a:t>- Secure query handling using prepared statements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Database Design</a:t>
            </a:r>
            <a:br>
              <a:rPr lang="en-US" dirty="0"/>
            </a:br>
            <a:r>
              <a:rPr lang="en-US" dirty="0"/>
              <a:t>-</a:t>
            </a:r>
            <a:r>
              <a:rPr lang="en-US" dirty="0" err="1"/>
              <a:t>users,products,orders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 .</a:t>
            </a:r>
          </a:p>
          <a:p>
            <a:r>
              <a:rPr lang="en-US" dirty="0"/>
              <a:t>Table relationships: both one to one and many - 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006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248DC-BFA5-3B2D-ADB6-780D0AD30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4659F-3F42-3D5B-2323-60DF141A8E4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ZA" dirty="0"/>
              <a:t>Future improvements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EC825-3E25-3A1D-4166-32B10026C4E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- Add user authentication upon registration</a:t>
            </a:r>
          </a:p>
          <a:p>
            <a:r>
              <a:rPr lang="en-US" dirty="0"/>
              <a:t>- Integrate payment gateway (e.g., Stripe/PayPal)</a:t>
            </a:r>
          </a:p>
          <a:p>
            <a:r>
              <a:rPr lang="en-US" dirty="0"/>
              <a:t>- Implement order history tracking</a:t>
            </a:r>
          </a:p>
          <a:p>
            <a:r>
              <a:rPr lang="en-US" dirty="0"/>
              <a:t>- Add product search and filtering</a:t>
            </a:r>
          </a:p>
          <a:p>
            <a:r>
              <a:rPr lang="en-US" dirty="0"/>
              <a:t>Update and remove items without page reload</a:t>
            </a:r>
          </a:p>
          <a:p>
            <a:r>
              <a:rPr lang="en-US" dirty="0"/>
              <a:t>Order Tracking</a:t>
            </a:r>
          </a:p>
          <a:p>
            <a:endParaRPr lang="en-US" dirty="0"/>
          </a:p>
          <a:p>
            <a:r>
              <a:rPr lang="en-US" dirty="0"/>
              <a:t>Link: </a:t>
            </a:r>
            <a:r>
              <a:rPr lang="en-US" dirty="0">
                <a:hlinkClick r:id="rId2" action="ppaction://hlinkfile"/>
              </a:rPr>
              <a:t>krstechstore.infinityfreeapp.com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43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107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57D6C3B83E734E9257DC1A23C5BEE8" ma:contentTypeVersion="11" ma:contentTypeDescription="Create a new document." ma:contentTypeScope="" ma:versionID="6ea3c894c4ecd3e150f855c02bec3a37">
  <xsd:schema xmlns:xsd="http://www.w3.org/2001/XMLSchema" xmlns:xs="http://www.w3.org/2001/XMLSchema" xmlns:p="http://schemas.microsoft.com/office/2006/metadata/properties" xmlns:ns2="a50774d6-25d0-4241-aab2-799c5ff3e5b8" xmlns:ns3="af4982b8-d8b0-4214-ab7b-4631467df399" targetNamespace="http://schemas.microsoft.com/office/2006/metadata/properties" ma:root="true" ma:fieldsID="042b8b4f4ae077728370aec7c2404d12" ns2:_="" ns3:_="">
    <xsd:import namespace="a50774d6-25d0-4241-aab2-799c5ff3e5b8"/>
    <xsd:import namespace="af4982b8-d8b0-4214-ab7b-4631467df3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0774d6-25d0-4241-aab2-799c5ff3e5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4982b8-d8b0-4214-ab7b-4631467df39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A006AF-6DD2-4501-803B-DB862B85CE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0774d6-25d0-4241-aab2-799c5ff3e5b8"/>
    <ds:schemaRef ds:uri="af4982b8-d8b0-4214-ab7b-4631467df3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361712-2C83-4255-A3BE-3EDF04C3BB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987FB2-F773-4BDB-845B-87EB3D45257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348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Office Theme</vt:lpstr>
      <vt:lpstr>PowerPoint Presentation</vt:lpstr>
      <vt:lpstr>Introduction</vt:lpstr>
      <vt:lpstr>Overview</vt:lpstr>
      <vt:lpstr> Structure</vt:lpstr>
      <vt:lpstr> Challenges Faced</vt:lpstr>
      <vt:lpstr>Functionalities</vt:lpstr>
      <vt:lpstr>Front-end</vt:lpstr>
      <vt:lpstr>Back-end</vt:lpstr>
      <vt:lpstr>Future improvements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Marinda Pretoruis</dc:creator>
  <cp:lastModifiedBy>D33P KR</cp:lastModifiedBy>
  <cp:revision>17</cp:revision>
  <dcterms:created xsi:type="dcterms:W3CDTF">2021-02-18T06:27:09Z</dcterms:created>
  <dcterms:modified xsi:type="dcterms:W3CDTF">2025-04-23T16:12:31Z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0x0101004657D6C3B83E734E9257DC1A23C5BEE8</vt:lpwstr>
  </property>
</Properties>
</file>